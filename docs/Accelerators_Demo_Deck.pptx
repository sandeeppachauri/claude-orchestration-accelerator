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Agent SDK Accelerators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for faster, safer agent delivery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Pachauri | Enterprise Architect &amp; Claude Architect Professional Certified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Accelerators — and the Benefits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project re-solves the same problems — auth, logging, prompt config, model routing, orchestration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work slows delivery and delays the real business logic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auth handling, no tracing, untested config patterns raise risk &amp; cost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0020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— plug in auth, logging, config, routing on day 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same pattern across every SDK project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battle-tested, tested modules, not copy-pasted one-offs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 — fix once in the Accelerator, every project benefits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changes — tighten prompts, swap models via YAML, no redeploy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orchestrate — execute() composes auth + logging + prompts + routing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These Accelerators — and What They Save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82296" cy="54864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Accelerator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resolution: console key -&gt; OAuth session -&gt; OS-mounted session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600200"/>
            <a:ext cx="82296" cy="548640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554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Logger Accelerator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JSON tracing of tool calls &amp; agent activity via hooks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60320"/>
            <a:ext cx="82296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Agent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 git diff into a release-note bullet, built on Auth Accelerator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560320"/>
            <a:ext cx="82296" cy="548640"/>
          </a:xfrm>
          <a:prstGeom prst="round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Accelerator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accelerator: composes auth + logging + prompts + model routing behind one execute() call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It Saves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395020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-&gt; Minutes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48056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setup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84048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93008" y="395020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custom code needed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493008" y="448056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Tracing/logging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84048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7648" y="395020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edit vs. redeploy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448056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048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62288" y="395020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 command via pipx (cpa new)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448056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bootstrap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Install the Accelerators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Accelerator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1161288"/>
            <a:ext cx="7818120" cy="384048"/>
          </a:xfrm>
          <a:prstGeom prst="roundRect">
            <a:avLst>
              <a:gd name="adj" fmla="val 11905"/>
            </a:avLst>
          </a:prstGeom>
          <a:solidFill>
            <a:srgbClr val="242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49040" y="11612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claude-auth-accelerator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Logger Accelerator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664208"/>
            <a:ext cx="7818120" cy="384048"/>
          </a:xfrm>
          <a:prstGeom prst="roundRect">
            <a:avLst>
              <a:gd name="adj" fmla="val 11905"/>
            </a:avLst>
          </a:prstGeom>
          <a:solidFill>
            <a:srgbClr val="242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6642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ClaudeSDKLoggerAccelerator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2167128"/>
            <a:ext cx="7818120" cy="384048"/>
          </a:xfrm>
          <a:prstGeom prst="roundRect">
            <a:avLst>
              <a:gd name="adj" fmla="val 11905"/>
            </a:avLst>
          </a:prstGeom>
          <a:solidFill>
            <a:srgbClr val="242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21671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release-notes-agent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80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Accelerator (master) — via pipx, per sample flag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918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sample process (default)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24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566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 run --spec "git+https://github.com/sandeeppachauri/claude-orchestration-accelerator.git#subdirectory=project-accelerator" cpa new --project-name my-app --sample-needed yes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sample process (clean project)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2428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480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 run --spec "git+https://github.com/sandeeppachauri/claude-orchestration-accelerator.git#subdirectory=project-accelerator" cpa new --project-name my-app --sample-needed no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BUILT-IN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Capabilities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enforced per step, config-driven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redaction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282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 a tool call if input matches a regex pattern (e.g. SSN-shaped strings) — config/guardrails.yaml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768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237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 a tool call once max_calls is hit within a trailing time window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723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 via YAML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192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[redactPII] on any step — no code change, resolved against config/guardrails.yaml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679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Fail-open by default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 key or missing config file = no restriction, same posture as MCP scoping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143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whitelisted per backend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4813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step's capability keys are checked against capability_registry.yaml's per-backend allowlist before the model call — an unlisted key raises UnsupportedCapabilityError immediately, not a TypeError deep inside the SDK.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1488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agent_sdk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395728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242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4688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max_turns, thinking, permission_mode, tools, disallowed_tools, mcp_servers, allowed_tools, guardrails, skills, resume, stream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messages_api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538728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2428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61188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temperature, top_p, max_tokens, thinking, stop_sequences, skills, cache_control, stream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425196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43159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not a shared superset — agent_sdk has no temperature/top_p/max_tokens; messages_api has no permission_mode/max_turns. A step targeting both backends needs two separate capability blocks.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SCAFFOLD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cpa new Generates — Project Structure</a:t>
            </a:r>
            <a:endParaRPr lang="en-US" sz="3000" dirty="0"/>
          </a:p>
        </p:txBody>
      </p:sp>
      <p:pic>
        <p:nvPicPr>
          <p:cNvPr id="4" name="Image 0" descr="project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920240" cy="4416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926080" y="1371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scaffolded project ships a full, ready-to-run skeleton: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926080" y="1783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0574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Claude Code project skeleton — agents, commands, hooks, plugins, rules, skills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2404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config/, docs/, examples/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67919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config, documentation stubs, and runnable examples (file upload, batch processing)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3026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prompts/*.yaml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33009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configs — scope, format, constraints as structured YAML, not buried prose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36484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pipeline/run_pipeline.py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39227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Entry-point script wired to execute()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4270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logs/trace.log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4544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tracing output — on by default, all scopes enabled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4892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+  logger_config.json  +  .mcp.json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51663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logging, and MCP config — pre-wired, ready to edit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26080" y="55138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926080" y="57881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pipeline test included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Configure Prompts &amp;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steps in process_registry.yaml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order, prompt file, model, fallback chain — the only place model/prompt config lives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as YAML config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62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prompts/*.yaml — scope, format, and constraints as structured fields, not buried prose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66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{{key}} placeholders for dynamic input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593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from execute()'s payload at call time; a later step can pull an earlier step's output too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EXAMPLE · 2-STEP · DYNAMIC INPUT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Configuration — Ticket Triage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ticket_triage.yaml  ({{key}} placeholders for dynamic input)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242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system_prompt: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are a support triage assistant. Every ticket belongs to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{{customer_tier}}-tier customer -- weigh urgency accordingly.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user_prompt: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 {{ticket_id}} from {{customer_name}} ({{customer_tier}}): {{body}}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614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call it with a dynamic input dict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08376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2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8152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project_accelerator import execute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execute({"process": "templatingDemo", "step": "triage",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"input": {"ticket_id": "T-1042", "customer_name": "Ada",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"customer_tier": "gold",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"body": "My invoice is showing a double charge"},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"backend": "agent_sdk"})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37083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5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37083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response (result["triage"].output): </a:t>
            </a:r>
            <a:pPr indent="0" marL="0">
              <a:buNone/>
            </a:pPr>
            <a:r>
              <a:rPr lang="en-US" sz="10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"Category: Billing. Urgency: High (gold tier). Next action: escalate to billing team for immediate double-charge reversal."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Run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242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project_accelerator import execute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execute({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"process": "ticketClassification",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"input": "some ticket text",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"environment": "local",     # local/dev -&gt; ambient claude login OAuth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"backend": "agent_sdk",     # or "messages_api"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auth, resolves the (process, step) from process_registry.yaml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 with automatic fallback via the model router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 against the prompt's format contract, then logs the turn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— Scale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72768"/>
            <a:ext cx="91440" cy="100584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536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385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execute_batch() — submit many inputs as one Anthropic Message Batches job, not a loop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572768"/>
            <a:ext cx="91440" cy="1005840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536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9385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upload_file() — Files API upload (messages_api) or resolved local path (agent_sdk)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172968"/>
            <a:ext cx="91440" cy="10058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136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5387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"environment": local/dev (OAuth) vs. staging/prod (console API key) — same call shape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172968"/>
            <a:ext cx="91440" cy="1005840"/>
          </a:xfrm>
          <a:prstGeom prst="round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136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model config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5387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max_turns, thinking, temperature, top_p — pass through with no accelerator code change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MODES · ORCHESTRATION LOGGING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Deep Dive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Accelerator — 3 Credential Modes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ApiKeyAuth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ANTHROPIC_API_KEY (sk-ant-api...). Any environment, pay-as-you-go.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40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OAuthSessionAuth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968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claude CLI login (Teams/Pro/Max). local/dev only, via claude_agent_sdk subprocess.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OsSessionAuth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Host's ~/.claude session bind-mounted into a container — no raw key held.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593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 — console key never silently shadowed by a stale mount. Two entry points: build_options() (SDK) and build_api_credential() (raw Messages API, console key only).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Accelerator — What Gets Logged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5361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logging is on for every consumer (not opt-in) — wraps SDK Logger Accelerator with all 10 scopes enabled by default: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2148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78240" y="2148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MODEL_CALL_START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53288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2532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MODEL_CALL_END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253288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2532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ASSISTANT_TEXT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91693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2916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78240" y="291693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0" y="2916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FULL_TURN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30098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3300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78240" y="330098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0" y="3300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68503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35040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78240" y="368503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5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0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4114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JSON lines to ./logs/trace.log (size-based rotation, 10MB, 5 backups). Each record: session_id, turn_index, timestamp, tool_name/input/result, latency_ms, model, usage, error.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the Agent SDK to Other Claude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SDK, the CLI, the Client SDK, and Managed Agents each fit different needs — the table below finds the one that matches what you're building.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1600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10881360" cy="0"/>
          </a:xfrm>
          <a:prstGeom prst="line">
            <a:avLst/>
          </a:prstGeom>
          <a:noFill/>
          <a:ln w="12700">
            <a:solidFill>
              <a:srgbClr val="D8D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agent without implementing the tool loop yourself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574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574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that runs the agent loop in your own process, in Python or TypeScript.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interactive development or running one-off tasks from a terminal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974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interface, built for daily interactive use.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37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API directly and implementing the tool loop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337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SDK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3375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the Anthropic API rather than to Claude Code. You implement the tool loop yourself.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long-running or asynchronous agents without managing your own sandbox or session infrastructure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977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9776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REST API, a separate product from the Agent SDK. Anthropic runs the agent and the sandbox.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7375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Accelerators are built for the Agent SDK path — auth, logging, prompt config, and orchestration for teams building agents as a library in their own process, not the CLI, raw Client SDK, or Managed Agents.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What We'll See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Accelerator resolving credentials automatically (no env-var wiring)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Logger Accelerator tracing tool calls in real time (JSON lines)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Agent turning a git diff into a release-note bullet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Accelerator: scaffolding a new project with cpa new and running execute()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Repos: github.com/sandeeppachauri/Accelerators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github.com/sandeeppachauri/claude-orchestration-accelerator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2026-08-27T05:49:35Z</dcterms:created>
  <dcterms:modified xsi:type="dcterms:W3CDTF">2026-08-27T05:49:35Z</dcterms:modified>
</cp:coreProperties>
</file>